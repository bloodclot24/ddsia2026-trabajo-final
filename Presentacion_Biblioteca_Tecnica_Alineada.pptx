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238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CC"/>
                </a:solidFill>
              </a:defRPr>
            </a:pPr>
            <a:r>
              <a:rPr dirty="0" err="1"/>
              <a:t>Asistente</a:t>
            </a:r>
            <a:r>
              <a:rPr dirty="0"/>
              <a:t> de Biblioteca Técnica con IA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Zero Data Exfiltration | </a:t>
            </a:r>
            <a:r>
              <a:rPr dirty="0" err="1"/>
              <a:t>Presentador</a:t>
            </a:r>
            <a:r>
              <a:rPr dirty="0"/>
              <a:t>: Guido Ygounet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FCC"/>
                </a:solidFill>
              </a:defRPr>
            </a:pPr>
            <a:r>
              <a:t>Contexto y Alcance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Despliegue de RAG para documentación de infraestructura crítica.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Zero Data Exfiltration: Motor 100% aislado (Edge Computing).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Protección de manuales y topologías de manufactura.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Contenedorización inmutable (Docker).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52" y="1860054"/>
            <a:ext cx="3474720" cy="26806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FCC"/>
                </a:solidFill>
              </a:defRPr>
            </a:pPr>
            <a:r>
              <a:t>Decisiones Técnicas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Backend: FastAPI (Alto rendimiento).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Motor RAG: LangChain + ChromaDB vector store.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Embeddings: HuggingFace (all-MiniLM-L6-v2).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LLM Local: Mistral vía Ollama (Ejecución CPU).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74570"/>
            <a:ext cx="3291840" cy="1851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FCC"/>
                </a:solidFill>
              </a:defRPr>
            </a:pPr>
            <a:r>
              <a:t>Modelo de Amenazas (STRIDE)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Spoofing: Control de acceso vía X-API-Key.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Denial of Service (DoS): Rate Limiting (5 req/min).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Integridad: Validación estricta con Pydantic.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t>• Privilegios: Contenedor ejecutado como 'appuser'.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213" y="2223135"/>
            <a:ext cx="347472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4572000" cy="498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FCC"/>
                </a:solidFill>
              </a:defRPr>
            </a:pPr>
            <a:r>
              <a:rPr dirty="0" err="1"/>
              <a:t>Resultados</a:t>
            </a:r>
            <a:r>
              <a:rPr dirty="0"/>
              <a:t> CI/CD </a:t>
            </a:r>
            <a:r>
              <a:rPr dirty="0" err="1"/>
              <a:t>Automatizado</a:t>
            </a:r>
            <a:endParaRPr dirty="0"/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dirty="0" err="1"/>
              <a:t>Gitleaks</a:t>
            </a:r>
            <a:r>
              <a:rPr dirty="0"/>
              <a:t> (</a:t>
            </a:r>
            <a:r>
              <a:rPr dirty="0" err="1"/>
              <a:t>Secretos</a:t>
            </a:r>
            <a:r>
              <a:rPr dirty="0"/>
              <a:t>): PASSED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rPr dirty="0"/>
              <a:t>• Bandit (SAST Python): PASSED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dirty="0" err="1"/>
              <a:t>Hadolint</a:t>
            </a:r>
            <a:r>
              <a:rPr dirty="0"/>
              <a:t> (Linter Docker): PASSED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dirty="0" err="1"/>
              <a:t>Trivy</a:t>
            </a:r>
            <a:r>
              <a:rPr dirty="0"/>
              <a:t> (SCA </a:t>
            </a:r>
            <a:r>
              <a:rPr dirty="0" err="1"/>
              <a:t>Contenedor</a:t>
            </a:r>
            <a:r>
              <a:rPr dirty="0"/>
              <a:t>): N</a:t>
            </a:r>
            <a:r>
              <a:rPr lang="en-US" dirty="0"/>
              <a:t>O CRITICAL VULNERABILITIES.</a:t>
            </a: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endParaRPr lang="en-US" dirty="0"/>
          </a:p>
          <a:p>
            <a:pPr>
              <a:spcBef>
                <a:spcPts val="1400"/>
              </a:spcBef>
              <a:defRPr sz="3200" b="1">
                <a:solidFill>
                  <a:srgbClr val="00FFCC"/>
                </a:solidFill>
              </a:defRPr>
            </a:pPr>
            <a:r>
              <a:rPr lang="en-US" sz="3200" b="1" dirty="0" err="1">
                <a:solidFill>
                  <a:srgbClr val="00FFCC"/>
                </a:solidFill>
              </a:rPr>
              <a:t>Resultados</a:t>
            </a:r>
            <a:r>
              <a:rPr lang="en-US" sz="3200" b="1" dirty="0">
                <a:solidFill>
                  <a:srgbClr val="00FFCC"/>
                </a:solidFill>
              </a:rPr>
              <a:t> </a:t>
            </a:r>
            <a:r>
              <a:rPr lang="en-US" sz="3200" b="1" dirty="0" err="1">
                <a:solidFill>
                  <a:srgbClr val="00FFCC"/>
                </a:solidFill>
              </a:rPr>
              <a:t>Escaneo</a:t>
            </a:r>
            <a:r>
              <a:rPr lang="en-US" sz="3200" b="1" dirty="0">
                <a:solidFill>
                  <a:srgbClr val="00FFCC"/>
                </a:solidFill>
              </a:rPr>
              <a:t> Local</a:t>
            </a:r>
            <a:endParaRPr sz="3200" b="1" dirty="0">
              <a:solidFill>
                <a:srgbClr val="00FFCC"/>
              </a:solidFill>
            </a:endParaRPr>
          </a:p>
          <a:p>
            <a:pPr>
              <a:spcBef>
                <a:spcPts val="1400"/>
              </a:spcBef>
              <a:defRPr sz="2000">
                <a:solidFill>
                  <a:srgbClr val="E6E6E6"/>
                </a:solidFill>
              </a:defRPr>
            </a:pPr>
            <a:r>
              <a:rPr dirty="0"/>
              <a:t>• ZAP (DAST): </a:t>
            </a:r>
            <a:r>
              <a:rPr lang="en-US" dirty="0"/>
              <a:t>2 Low &amp; 3 Informational</a:t>
            </a:r>
            <a:endParaRPr dirty="0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448346"/>
            <a:ext cx="3474720" cy="19613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188</Words>
  <Application>Microsoft Macintosh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Guido Ygounet</cp:lastModifiedBy>
  <cp:revision>8</cp:revision>
  <dcterms:created xsi:type="dcterms:W3CDTF">2013-01-27T09:14:16Z</dcterms:created>
  <dcterms:modified xsi:type="dcterms:W3CDTF">2026-08-29T16:59:49Z</dcterms:modified>
  <cp:category/>
</cp:coreProperties>
</file>