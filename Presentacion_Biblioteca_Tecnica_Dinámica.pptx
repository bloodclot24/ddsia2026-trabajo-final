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Asistente de Biblioteca Técnica con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Implementación DevSecOps y RAG Local</a:t>
            </a:r>
          </a:p>
          <a:p>
            <a:r>
              <a:t>Presentador: Guido Ygounet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y Alcance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Despliegue de un asistente RAG para documentación de infraestructura.</a:t>
            </a:r>
          </a:p>
          <a:p>
            <a:r>
              <a:t>Zero Data Exfiltration: Modelo local para resguardar manuales confidenciales.</a:t>
            </a:r>
          </a:p>
          <a:p>
            <a:r>
              <a:t>Contenedorización inmutable y pipeline CI/CD con controles estáticos.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y Decisiones Técnicas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FastAPI (Alto rendimiento, validación estricta)</a:t>
            </a:r>
          </a:p>
          <a:p>
            <a:r>
              <a:t>Motor RAG: LangChain + ChromaDB + HuggingFace Embeddings</a:t>
            </a:r>
          </a:p>
          <a:p>
            <a:r>
              <a:t>LLM: Mistral (vía Ollama) operando exclusivamente en CPU local</a:t>
            </a:r>
          </a:p>
          <a:p>
            <a:r>
              <a:t>Infraestructura: Docker Compose con hardening de imagen base (slim)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Amenazas (STRIDE) y Mitigaciones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Spoofing: Autenticación por X-API-Key inyectada vía entorno (Fallo seguro)</a:t>
            </a:r>
          </a:p>
          <a:p>
            <a:r>
              <a:t>DoS: Rate Limiting estricto con Slowapi (5 req/minuto)</a:t>
            </a:r>
          </a:p>
          <a:p>
            <a:r>
              <a:t>Integridad: Filtros anti-Prompt Injection y validación Pydantic</a:t>
            </a:r>
          </a:p>
          <a:p>
            <a:r>
              <a:t>Elevación Privilegios: Ejecución sin privilegios (appuser) tras parcheo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del Pipeline DevSecOps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🛡️ Gitleaks (Escaneo de Secretos): ✅ PASSED</a:t>
            </a:r>
          </a:p>
          <a:p>
            <a:r>
              <a:t>🛡️ Bandit (SAST Python): ✅ PASSED</a:t>
            </a:r>
          </a:p>
          <a:p>
            <a:r>
              <a:t>🛡️ Hadolint (Linter Docker): ✅ PASSED</a:t>
            </a:r>
          </a:p>
          <a:p>
            <a:r>
              <a:t>🛡️ Trivy (SCA Contenedor): No detectado/Evaluando... (0 Críticas)</a:t>
            </a:r>
          </a:p>
          <a:p>
            <a:r>
              <a:t>🧪 Pytest (Cobertura y Tests): No detectado/Evaluando...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Demostración en Vivo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Levantamiento de contenedores y validación de red interna</a:t>
            </a:r>
          </a:p>
          <a:p>
            <a:r>
              <a:t>2. Intercepción exitosa de carga maliciosa (HTTP 403 / 400)</a:t>
            </a:r>
          </a:p>
          <a:p>
            <a:r>
              <a:t>3. Consulta técnica exitosa a la API con respuesta generada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